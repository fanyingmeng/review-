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9/22/2023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6DFF08F-DC6B-4601-B491-B0F83F6DD2DA}" type="datetimeFigureOut">
              <a:rPr lang="en-US" dirty="0"/>
              <a:t>9/22/2023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9/22/2023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Working Around Conventions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VOLUME 1 – Influencing Key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625325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Key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With-in your model implementations - there is a convention that the primary key property of a model be an integer named Id… and then that property will be created as an auto incrementing integer</a:t>
            </a:r>
          </a:p>
          <a:p>
            <a:r>
              <a:rPr lang="en-US" dirty="0"/>
              <a:t>If you want to use a name other than Id, then you can mark the non-conforming property name with the </a:t>
            </a:r>
            <a:r>
              <a:rPr lang="en-US" dirty="0">
                <a:solidFill>
                  <a:srgbClr val="FFFF00"/>
                </a:solidFill>
              </a:rPr>
              <a:t>[</a:t>
            </a:r>
            <a:r>
              <a:rPr lang="en-US" b="1" dirty="0">
                <a:solidFill>
                  <a:srgbClr val="FFFF00"/>
                </a:solidFill>
              </a:rPr>
              <a:t>Key</a:t>
            </a:r>
            <a:r>
              <a:rPr lang="en-US" dirty="0">
                <a:solidFill>
                  <a:srgbClr val="FFFF00"/>
                </a:solidFill>
              </a:rPr>
              <a:t>] </a:t>
            </a:r>
            <a:r>
              <a:rPr lang="en-US" dirty="0"/>
              <a:t>annotation</a:t>
            </a:r>
          </a:p>
          <a:p>
            <a:r>
              <a:rPr lang="en-US" dirty="0"/>
              <a:t>If you want the key to be user-provided, then meet the </a:t>
            </a:r>
            <a:r>
              <a:rPr lang="en-US" dirty="0">
                <a:solidFill>
                  <a:srgbClr val="FFFF00"/>
                </a:solidFill>
              </a:rPr>
              <a:t>DatabaseGenerated </a:t>
            </a:r>
            <a:r>
              <a:rPr lang="en-US" dirty="0"/>
              <a:t>attribute – this lets you enter the primary key for the entity rather  than having the database generate it when the </a:t>
            </a:r>
            <a:r>
              <a:rPr lang="en-US" b="1" dirty="0">
                <a:solidFill>
                  <a:srgbClr val="FFFF00"/>
                </a:solidFill>
              </a:rPr>
              <a:t>DatabaseGeneratedOption</a:t>
            </a:r>
            <a:r>
              <a:rPr lang="en-US" dirty="0"/>
              <a:t> is set to </a:t>
            </a:r>
            <a:r>
              <a:rPr lang="en-US" b="1" dirty="0">
                <a:solidFill>
                  <a:srgbClr val="FFFF00"/>
                </a:solidFill>
              </a:rPr>
              <a:t>None</a:t>
            </a:r>
          </a:p>
          <a:p>
            <a:pPr lvl="1"/>
            <a:r>
              <a:rPr lang="en-US" dirty="0">
                <a:solidFill>
                  <a:srgbClr val="FFFF00"/>
                </a:solidFill>
              </a:rPr>
              <a:t>[</a:t>
            </a:r>
            <a:r>
              <a:rPr lang="en-US" b="1" dirty="0">
                <a:solidFill>
                  <a:srgbClr val="FFFF00"/>
                </a:solidFill>
              </a:rPr>
              <a:t>DatabaseGenerated</a:t>
            </a:r>
            <a:r>
              <a:rPr lang="en-US" dirty="0">
                <a:solidFill>
                  <a:srgbClr val="FFFF00"/>
                </a:solidFill>
              </a:rPr>
              <a:t>(</a:t>
            </a:r>
            <a:r>
              <a:rPr lang="en-US" b="1" dirty="0">
                <a:solidFill>
                  <a:srgbClr val="FFFF00"/>
                </a:solidFill>
              </a:rPr>
              <a:t>DatabaseGeneratedOption.None</a:t>
            </a:r>
            <a:r>
              <a:rPr lang="en-US" dirty="0">
                <a:solidFill>
                  <a:srgbClr val="FFFF00"/>
                </a:solidFill>
              </a:rPr>
              <a:t>)]</a:t>
            </a:r>
          </a:p>
          <a:p>
            <a:r>
              <a:rPr lang="en-US" dirty="0"/>
              <a:t> For the above, you need a using statement: 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using System.ComponentModel.DataAnnotations.Schema;</a:t>
            </a:r>
          </a:p>
        </p:txBody>
      </p:sp>
    </p:spTree>
    <p:extLst>
      <p:ext uri="{BB962C8B-B14F-4D97-AF65-F5344CB8AC3E}">
        <p14:creationId xmlns:p14="http://schemas.microsoft.com/office/powerpoint/2010/main" val="4029626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Class –table name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names of your Data Source Tables can be influenced in several ways, either thru Implicit convention or Explicit instruction: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We can change the name of the DbSet&lt;&gt; collection that we are using which implicitly affects the generated Table Name::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 We can choose to specifically instruct EF Core to use a name we specify for </a:t>
            </a:r>
            <a:r>
              <a:rPr lang="en-US" b="1" u="sng" dirty="0">
                <a:solidFill>
                  <a:srgbClr val="FF0000"/>
                </a:solidFill>
              </a:rPr>
              <a:t>just</a:t>
            </a:r>
            <a:r>
              <a:rPr lang="en-US" dirty="0"/>
              <a:t> the Data Source Table name using the </a:t>
            </a:r>
            <a:r>
              <a:rPr lang="en-US" b="1" dirty="0"/>
              <a:t>EF Core Fluent API </a:t>
            </a:r>
            <a:r>
              <a:rPr lang="en-US" dirty="0"/>
              <a:t>(more on this within a future lesson):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17117D-24CA-4751-DDD0-06FCE2287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510" y="3697040"/>
            <a:ext cx="4744112" cy="5620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C73B81-4132-0226-4A93-AA12103F9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510" y="5326082"/>
            <a:ext cx="4744112" cy="123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949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72</TotalTime>
  <Words>226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Corbel</vt:lpstr>
      <vt:lpstr>Wingdings</vt:lpstr>
      <vt:lpstr>Banded</vt:lpstr>
      <vt:lpstr>Working Around Conventions</vt:lpstr>
      <vt:lpstr>Primary Key conventions</vt:lpstr>
      <vt:lpstr>Context Class –table name CHANGES</vt:lpstr>
    </vt:vector>
  </TitlesOfParts>
  <Company>NBCC-SRV-V-SMS1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Around Conventions 1</dc:title>
  <dc:creator>Ryan, Bonnie (NBCC Moncton)</dc:creator>
  <cp:lastModifiedBy>Murray, Judson (NBCC)</cp:lastModifiedBy>
  <cp:revision>10</cp:revision>
  <dcterms:created xsi:type="dcterms:W3CDTF">2017-11-30T14:38:46Z</dcterms:created>
  <dcterms:modified xsi:type="dcterms:W3CDTF">2023-09-22T12:41:26Z</dcterms:modified>
</cp:coreProperties>
</file>